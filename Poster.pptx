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1258" y="5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50350-7E99-E194-18D4-DC5BCAFE9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0F2BF0-D8B0-4970-5304-6A7676E03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2BB92-AD54-083B-ECA6-D6F6E6647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03A01-8A6A-3F75-6E25-4D17AF684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61EE1-51D1-0B91-816F-36A37F586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273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27DE5-C920-D517-A8D0-5A15816D2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F0DD5-97B1-75BE-5DE1-63D31D69F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771F1-A256-591E-BED7-8E5EC8D1A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810FB-BACD-E805-234E-A6D823A7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E4B7F-7A7C-F563-4AB0-3445C09EC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862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AF33-4CB3-1D46-3DB8-48ABD52C2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C7CD0C-898E-1478-5D96-9448808B7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C78E4-4815-3437-EB62-1129C00FF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160BC-3AC8-168F-9CB1-CE0F3B22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1A0B8-238E-BBFB-1C8A-25661F6B3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9003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C60A2-F109-A919-530C-C4689EA29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F208B-0441-4075-84F3-DBE95EDCDB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7B7C2-B48E-071C-8DE8-394D6E7B83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90B54-CEC7-7D93-E225-FD053A3A1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1868C8-826B-65FA-195F-19B73BF0A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A3F6FC-76D5-38A2-6983-7DD198F68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791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3E78E-BDA2-6D2B-AB03-115A04B44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FD78CE-AEA1-74A5-2208-278FD4308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21B74-CE2C-AE8B-EA1B-0B3D111696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062D53-FCFE-6F28-765F-E810002DC1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A90F4-33DA-FE3C-EB38-9E048BB95C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19C5FD-5014-AF47-A316-319CF4839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F169B7-1767-331E-42BB-AE54F2F39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CDC84-C9F1-086D-4787-8C77EC59F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41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CBC70-B1F5-F471-677D-E05973944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9E2C45-F0C0-8DB6-2DD0-F88E712F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DF4DE0-23C8-C585-4D2A-66D7D73CD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F04A39-4849-F12D-DE0E-CE516529D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2982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DBFD66-A08C-6822-BE46-2CA332D7C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EAAA98-A511-1955-5E3B-DC95EABC5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8E66A-5294-D9CC-2DDD-AFB57C96B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7056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32C3D-075D-BCBE-84E9-0D94FC03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1D56D-5FFE-1473-C343-EAF852555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D2A2FE-42FB-CA8C-F8BA-349D857B46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3115B-127F-A0A2-1414-87BD34C00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ED6B78-87B5-4283-ABA1-1B315DC69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4BF9CF-4CC2-06E7-EE66-CD1F083C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66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6EA75-1E6A-8B44-A85B-D001A4080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EA5D55-6E0F-9F55-9CAF-37BA96874D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0044B-5966-B882-55A8-D3692D1C0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8A1450-D96E-D315-8805-20BF016F2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5EB336-D412-BE52-AD77-3BC5C5DCD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997307-44CE-F6D8-7C9D-F094FF31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908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DD5E2-EDF2-0A66-7F58-80E8A1B02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76E7C-2C01-CBC4-B8E9-4122177AB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F7840-75CF-A420-7DFD-D845251E1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32B22-C016-EE44-73DF-6BC9C6FA3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EBDD1-52C3-2F4C-C4AC-47DEDAE35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903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B96126-C5E0-BD55-C4B0-DB02807D07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D237B2-BFB6-D2E9-3989-05645813F7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E576F-34C3-17F0-AA75-8369BFC01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8861F-2F7B-39D6-464C-06DF12776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7B664-6399-FFA9-AA27-FC2A9609F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7225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0D491-4ABB-A2A3-036E-7723CAC79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59C40-0B46-557C-EBA3-B9A4B79CC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94810-1622-40BB-D554-B7C7678828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8B8339-4FF2-4F94-A1EB-9E8F959F09EC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75241-C196-EC88-FD8A-18504DF16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B7FB7-3C00-A267-B1EA-E2E86D085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863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F38F544-C49E-F940-229B-A28A0B815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70"/>
            <a:ext cx="12192000" cy="68430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E22C9C-6018-C974-B4B6-0399AB1CF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598"/>
            <a:ext cx="12192000" cy="6831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179AF4-A669-0178-7A43-D666C2188AE7}"/>
              </a:ext>
            </a:extLst>
          </p:cNvPr>
          <p:cNvSpPr txBox="1"/>
          <p:nvPr/>
        </p:nvSpPr>
        <p:spPr>
          <a:xfrm>
            <a:off x="213360" y="419100"/>
            <a:ext cx="3749040" cy="286232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What is Stronghold?</a:t>
            </a:r>
          </a:p>
          <a:p>
            <a:endParaRPr lang="en-GB" dirty="0"/>
          </a:p>
          <a:p>
            <a:r>
              <a:rPr lang="en-GB" dirty="0"/>
              <a:t>Stronghold is a security-focussed web browser with an aim of teaching children how to remain safe while online. It uses behavioural conditioning (rewards and punishments) and gamification to encourage safe browsing behaviour.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3C5E0-D02A-19A5-0FFD-528AACACE8A7}"/>
              </a:ext>
            </a:extLst>
          </p:cNvPr>
          <p:cNvSpPr txBox="1"/>
          <p:nvPr/>
        </p:nvSpPr>
        <p:spPr>
          <a:xfrm>
            <a:off x="8564880" y="358140"/>
            <a:ext cx="3162300" cy="3693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About the Gamification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A98364-3921-7AAB-AE62-75300B0A2958}"/>
              </a:ext>
            </a:extLst>
          </p:cNvPr>
          <p:cNvSpPr txBox="1"/>
          <p:nvPr/>
        </p:nvSpPr>
        <p:spPr>
          <a:xfrm>
            <a:off x="8572500" y="1569720"/>
            <a:ext cx="3162300" cy="3693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About the Dashboard</a:t>
            </a:r>
          </a:p>
        </p:txBody>
      </p:sp>
    </p:spTree>
    <p:extLst>
      <p:ext uri="{BB962C8B-B14F-4D97-AF65-F5344CB8AC3E}">
        <p14:creationId xmlns:p14="http://schemas.microsoft.com/office/powerpoint/2010/main" val="2129380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46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Mark Hardy</dc:creator>
  <cp:lastModifiedBy>(s) Mark Hardy</cp:lastModifiedBy>
  <cp:revision>1</cp:revision>
  <dcterms:created xsi:type="dcterms:W3CDTF">2026-03-10T16:05:27Z</dcterms:created>
  <dcterms:modified xsi:type="dcterms:W3CDTF">2026-03-11T00:31:30Z</dcterms:modified>
</cp:coreProperties>
</file>