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710"/>
  </p:normalViewPr>
  <p:slideViewPr>
    <p:cSldViewPr snapToGrid="0">
      <p:cViewPr>
        <p:scale>
          <a:sx n="41" d="100"/>
          <a:sy n="41" d="100"/>
        </p:scale>
        <p:origin x="75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90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35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75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16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02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71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245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65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21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9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2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B8339-4FF2-4F94-A1EB-9E8F959F09EC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71C88-67CB-4101-B988-74115D0B0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54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C33C5E0-D02A-19A5-0FFD-528AACACE8A7}"/>
              </a:ext>
            </a:extLst>
          </p:cNvPr>
          <p:cNvSpPr txBox="1"/>
          <p:nvPr/>
        </p:nvSpPr>
        <p:spPr>
          <a:xfrm>
            <a:off x="20068836" y="12961011"/>
            <a:ext cx="9579858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Encourages user engagement while remaining educational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Provides experience points on safe browsing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Removes experience points on unsafe browsing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Higher levels unlock additional features to encourage gameplay</a:t>
            </a:r>
          </a:p>
          <a:p>
            <a:endParaRPr lang="en-GB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98364-3921-7AAB-AE62-75300B0A2958}"/>
              </a:ext>
            </a:extLst>
          </p:cNvPr>
          <p:cNvSpPr txBox="1"/>
          <p:nvPr/>
        </p:nvSpPr>
        <p:spPr>
          <a:xfrm>
            <a:off x="20068836" y="7418803"/>
            <a:ext cx="9579858" cy="3970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Tracks user’s stats such as levels and experience points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Contains quizzes and challenges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Displays user’s browsing safety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Charts which can show averages and safety history</a:t>
            </a:r>
          </a:p>
          <a:p>
            <a:endParaRPr lang="en-GB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AC732-D44F-24EF-BDB0-A099D4F52527}"/>
              </a:ext>
            </a:extLst>
          </p:cNvPr>
          <p:cNvSpPr txBox="1"/>
          <p:nvPr/>
        </p:nvSpPr>
        <p:spPr>
          <a:xfrm>
            <a:off x="626518" y="5766010"/>
            <a:ext cx="9579858" cy="61863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Children are accessing the internet at increasingly younger 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They lack awareness of potential threats while online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Traditional parental controls block behaviour but do not teach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Stronghold aims to teach why a behaviour is dangerous while preventing it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Behavioural conditioning is a highly effective method for modifying behaviour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E0434-CEDB-3B4A-8A5D-1223E9884CFB}"/>
              </a:ext>
            </a:extLst>
          </p:cNvPr>
          <p:cNvSpPr txBox="1"/>
          <p:nvPr/>
        </p:nvSpPr>
        <p:spPr>
          <a:xfrm>
            <a:off x="10206376" y="2302017"/>
            <a:ext cx="9862458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u="sng" dirty="0"/>
              <a:t>STRONGHOLD</a:t>
            </a:r>
          </a:p>
          <a:p>
            <a:pPr algn="ctr"/>
            <a:r>
              <a:rPr lang="en-US" sz="4000" i="1" dirty="0"/>
              <a:t>By Mark Hardy</a:t>
            </a:r>
            <a:endParaRPr lang="en-US" sz="115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F774C-E6E4-FABD-CE7E-198541257231}"/>
              </a:ext>
            </a:extLst>
          </p:cNvPr>
          <p:cNvSpPr txBox="1"/>
          <p:nvPr/>
        </p:nvSpPr>
        <p:spPr>
          <a:xfrm>
            <a:off x="626519" y="13781200"/>
            <a:ext cx="9579857" cy="56323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Security-focussed web browser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Teach children safe browsing behaviours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Uses behavioural conditioning and gamification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Rewards for safe browsing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Penalises unsafe browsing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Educates through hints and challenges providing interactive feedback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Blocks malicious content and explains risks</a:t>
            </a:r>
          </a:p>
          <a:p>
            <a:endParaRPr lang="en-GB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C5081-44E4-DE23-E173-D0A8E239F4E0}"/>
              </a:ext>
            </a:extLst>
          </p:cNvPr>
          <p:cNvSpPr txBox="1"/>
          <p:nvPr/>
        </p:nvSpPr>
        <p:spPr>
          <a:xfrm>
            <a:off x="11458390" y="6957138"/>
            <a:ext cx="7358432" cy="9510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AI Chatbot using Gemini API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HTTP Blocking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Downloads Scanning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Parental PIN Settings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Disabled Search History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Security Alerts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Automatic Cookie Deletion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Google OAUTH Sign In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Guest Browsing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Technical Quizzes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Hints and Tips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Interactive Challenges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Experience Points and Level Progression System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Statistics and Charts History</a:t>
            </a:r>
          </a:p>
          <a:p>
            <a:endParaRPr lang="en-GB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EE6AA-99A6-1339-F05E-CE0DC41008C5}"/>
              </a:ext>
            </a:extLst>
          </p:cNvPr>
          <p:cNvSpPr txBox="1"/>
          <p:nvPr/>
        </p:nvSpPr>
        <p:spPr>
          <a:xfrm>
            <a:off x="20068836" y="6495473"/>
            <a:ext cx="9579858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Dashboard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13F2C1-A8AC-89FD-2E89-6699EA72FE41}"/>
              </a:ext>
            </a:extLst>
          </p:cNvPr>
          <p:cNvSpPr txBox="1"/>
          <p:nvPr/>
        </p:nvSpPr>
        <p:spPr>
          <a:xfrm>
            <a:off x="626518" y="4842680"/>
            <a:ext cx="9579858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Why Stronghold?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46ED9-7C98-6341-BB7A-9B2873295576}"/>
              </a:ext>
            </a:extLst>
          </p:cNvPr>
          <p:cNvSpPr txBox="1"/>
          <p:nvPr/>
        </p:nvSpPr>
        <p:spPr>
          <a:xfrm>
            <a:off x="626518" y="12879549"/>
            <a:ext cx="9579858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What is Stronghold?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0956BA-0F9C-4680-F0AD-E1CC26347EA4}"/>
              </a:ext>
            </a:extLst>
          </p:cNvPr>
          <p:cNvSpPr txBox="1"/>
          <p:nvPr/>
        </p:nvSpPr>
        <p:spPr>
          <a:xfrm>
            <a:off x="11458390" y="6033808"/>
            <a:ext cx="7358432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Key Features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7C4476-B449-88E8-708A-990537144516}"/>
              </a:ext>
            </a:extLst>
          </p:cNvPr>
          <p:cNvSpPr txBox="1"/>
          <p:nvPr/>
        </p:nvSpPr>
        <p:spPr>
          <a:xfrm>
            <a:off x="20068836" y="12037681"/>
            <a:ext cx="9579858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Gamification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38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2449</TotalTime>
  <Words>192</Words>
  <Application>Microsoft Macintosh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Mark Hardy</dc:creator>
  <cp:lastModifiedBy>(s) Mark Hardy</cp:lastModifiedBy>
  <cp:revision>4</cp:revision>
  <dcterms:created xsi:type="dcterms:W3CDTF">2026-03-10T16:05:27Z</dcterms:created>
  <dcterms:modified xsi:type="dcterms:W3CDTF">2026-03-15T20:02:10Z</dcterms:modified>
</cp:coreProperties>
</file>